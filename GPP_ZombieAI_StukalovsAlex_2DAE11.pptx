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7"/>
  </p:notesMasterIdLst>
  <p:sldIdLst>
    <p:sldId id="256" r:id="rId5"/>
    <p:sldId id="257" r:id="rId6"/>
    <p:sldId id="260" r:id="rId7"/>
    <p:sldId id="258" r:id="rId8"/>
    <p:sldId id="259" r:id="rId9"/>
    <p:sldId id="262" r:id="rId10"/>
    <p:sldId id="263" r:id="rId11"/>
    <p:sldId id="264" r:id="rId12"/>
    <p:sldId id="265" r:id="rId13"/>
    <p:sldId id="266" r:id="rId14"/>
    <p:sldId id="267" r:id="rId15"/>
    <p:sldId id="268" r:id="rId16"/>
  </p:sldIdLst>
  <p:sldSz cx="12192000" cy="6858000"/>
  <p:notesSz cx="6858000" cy="9144000"/>
  <p:defaultTextStyle>
    <a:defPPr>
      <a:defRPr lang="en-B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132" y="167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10" Type="http://schemas.openxmlformats.org/officeDocument/2006/relationships/slide" Target="slides/slide6.xml"/><Relationship Id="rId19" Type="http://schemas.openxmlformats.org/officeDocument/2006/relationships/viewProps" Target="view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Vandaele Yosha" userId="9e46ddaf-df5a-4623-8add-fe0b947d6181" providerId="ADAL" clId="{C0C05178-E97F-4600-9777-1D4069F9BFD8}"/>
    <pc:docChg chg="custSel modSld">
      <pc:chgData name="Vandaele Yosha" userId="9e46ddaf-df5a-4623-8add-fe0b947d6181" providerId="ADAL" clId="{C0C05178-E97F-4600-9777-1D4069F9BFD8}" dt="2021-12-17T14:48:31.752" v="124" actId="114"/>
      <pc:docMkLst>
        <pc:docMk/>
      </pc:docMkLst>
      <pc:sldChg chg="modSp mod">
        <pc:chgData name="Vandaele Yosha" userId="9e46ddaf-df5a-4623-8add-fe0b947d6181" providerId="ADAL" clId="{C0C05178-E97F-4600-9777-1D4069F9BFD8}" dt="2021-12-17T14:48:31.752" v="124" actId="114"/>
        <pc:sldMkLst>
          <pc:docMk/>
          <pc:sldMk cId="949077770" sldId="256"/>
        </pc:sldMkLst>
        <pc:spChg chg="mod">
          <ac:chgData name="Vandaele Yosha" userId="9e46ddaf-df5a-4623-8add-fe0b947d6181" providerId="ADAL" clId="{C0C05178-E97F-4600-9777-1D4069F9BFD8}" dt="2021-12-17T14:48:31.752" v="124" actId="114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  <pc:docChgLst>
    <pc:chgData name="Boury Fries" userId="3f8d8554-fab3-4764-ac68-3715b85b6c80" providerId="ADAL" clId="{4E627FB3-04C7-446E-862B-D79CBD804048}"/>
    <pc:docChg chg="addSld modSld">
      <pc:chgData name="Boury Fries" userId="3f8d8554-fab3-4764-ac68-3715b85b6c80" providerId="ADAL" clId="{4E627FB3-04C7-446E-862B-D79CBD804048}" dt="2023-11-28T13:45:50.997" v="81" actId="20577"/>
      <pc:docMkLst>
        <pc:docMk/>
      </pc:docMkLst>
      <pc:sldChg chg="modSp mod">
        <pc:chgData name="Boury Fries" userId="3f8d8554-fab3-4764-ac68-3715b85b6c80" providerId="ADAL" clId="{4E627FB3-04C7-446E-862B-D79CBD804048}" dt="2023-11-28T13:43:47.989" v="31" actId="20577"/>
        <pc:sldMkLst>
          <pc:docMk/>
          <pc:sldMk cId="1114309558" sldId="257"/>
        </pc:sldMkLst>
        <pc:spChg chg="mod">
          <ac:chgData name="Boury Fries" userId="3f8d8554-fab3-4764-ac68-3715b85b6c80" providerId="ADAL" clId="{4E627FB3-04C7-446E-862B-D79CBD804048}" dt="2023-11-28T13:43:47.989" v="31" actId="20577"/>
          <ac:spMkLst>
            <pc:docMk/>
            <pc:sldMk cId="1114309558" sldId="257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4:13.807" v="39" actId="20577"/>
        <pc:sldMkLst>
          <pc:docMk/>
          <pc:sldMk cId="160499841" sldId="258"/>
        </pc:sldMkLst>
        <pc:spChg chg="mod">
          <ac:chgData name="Boury Fries" userId="3f8d8554-fab3-4764-ac68-3715b85b6c80" providerId="ADAL" clId="{4E627FB3-04C7-446E-862B-D79CBD804048}" dt="2023-11-28T13:44:13.807" v="39" actId="20577"/>
          <ac:spMkLst>
            <pc:docMk/>
            <pc:sldMk cId="160499841" sldId="258"/>
            <ac:spMk id="3" creationId="{64915428-ACD8-4B22-96DC-2806680ED3AB}"/>
          </ac:spMkLst>
        </pc:spChg>
      </pc:sldChg>
      <pc:sldChg chg="modSp mod">
        <pc:chgData name="Boury Fries" userId="3f8d8554-fab3-4764-ac68-3715b85b6c80" providerId="ADAL" clId="{4E627FB3-04C7-446E-862B-D79CBD804048}" dt="2023-11-28T13:45:43.430" v="76" actId="20577"/>
        <pc:sldMkLst>
          <pc:docMk/>
          <pc:sldMk cId="3267762851" sldId="259"/>
        </pc:sldMkLst>
        <pc:spChg chg="mod">
          <ac:chgData name="Boury Fries" userId="3f8d8554-fab3-4764-ac68-3715b85b6c80" providerId="ADAL" clId="{4E627FB3-04C7-446E-862B-D79CBD804048}" dt="2023-11-28T13:45:43.430" v="76" actId="20577"/>
          <ac:spMkLst>
            <pc:docMk/>
            <pc:sldMk cId="3267762851" sldId="259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40.351" v="72" actId="6549"/>
          <ac:spMkLst>
            <pc:docMk/>
            <pc:sldMk cId="3267762851" sldId="259"/>
            <ac:spMk id="3" creationId="{64915428-ACD8-4B22-96DC-2806680ED3AB}"/>
          </ac:spMkLst>
        </pc:spChg>
      </pc:sldChg>
      <pc:sldChg chg="modSp add mod">
        <pc:chgData name="Boury Fries" userId="3f8d8554-fab3-4764-ac68-3715b85b6c80" providerId="ADAL" clId="{4E627FB3-04C7-446E-862B-D79CBD804048}" dt="2023-11-28T13:45:50.997" v="81" actId="20577"/>
        <pc:sldMkLst>
          <pc:docMk/>
          <pc:sldMk cId="1652142467" sldId="262"/>
        </pc:sldMkLst>
        <pc:spChg chg="mod">
          <ac:chgData name="Boury Fries" userId="3f8d8554-fab3-4764-ac68-3715b85b6c80" providerId="ADAL" clId="{4E627FB3-04C7-446E-862B-D79CBD804048}" dt="2023-11-28T13:45:46.970" v="80" actId="20577"/>
          <ac:spMkLst>
            <pc:docMk/>
            <pc:sldMk cId="1652142467" sldId="262"/>
            <ac:spMk id="2" creationId="{EF6BB071-C63E-40D3-93C6-9F99F27862FE}"/>
          </ac:spMkLst>
        </pc:spChg>
        <pc:spChg chg="mod">
          <ac:chgData name="Boury Fries" userId="3f8d8554-fab3-4764-ac68-3715b85b6c80" providerId="ADAL" clId="{4E627FB3-04C7-446E-862B-D79CBD804048}" dt="2023-11-28T13:45:50.997" v="81" actId="20577"/>
          <ac:spMkLst>
            <pc:docMk/>
            <pc:sldMk cId="1652142467" sldId="262"/>
            <ac:spMk id="3" creationId="{64915428-ACD8-4B22-96DC-2806680ED3AB}"/>
          </ac:spMkLst>
        </pc:spChg>
      </pc:sldChg>
    </pc:docChg>
  </pc:docChgLst>
  <pc:docChgLst>
    <pc:chgData name="Vandaele Yosha" userId="S::yosha.vandaele@howest.be::9e46ddaf-df5a-4623-8add-fe0b947d6181" providerId="AD" clId="Web-{E204D132-4CFC-4F24-0FBD-6FDAF349B147}"/>
    <pc:docChg chg="modSld">
      <pc:chgData name="Vandaele Yosha" userId="S::yosha.vandaele@howest.be::9e46ddaf-df5a-4623-8add-fe0b947d6181" providerId="AD" clId="Web-{E204D132-4CFC-4F24-0FBD-6FDAF349B147}" dt="2021-12-17T14:47:42.196" v="195" actId="20577"/>
      <pc:docMkLst>
        <pc:docMk/>
      </pc:docMkLst>
      <pc:sldChg chg="modSp">
        <pc:chgData name="Vandaele Yosha" userId="S::yosha.vandaele@howest.be::9e46ddaf-df5a-4623-8add-fe0b947d6181" providerId="AD" clId="Web-{E204D132-4CFC-4F24-0FBD-6FDAF349B147}" dt="2021-12-17T14:47:42.196" v="195" actId="20577"/>
        <pc:sldMkLst>
          <pc:docMk/>
          <pc:sldMk cId="949077770" sldId="256"/>
        </pc:sldMkLst>
        <pc:spChg chg="mod">
          <ac:chgData name="Vandaele Yosha" userId="S::yosha.vandaele@howest.be::9e46ddaf-df5a-4623-8add-fe0b947d6181" providerId="AD" clId="Web-{E204D132-4CFC-4F24-0FBD-6FDAF349B147}" dt="2021-12-17T14:47:42.196" v="195" actId="20577"/>
          <ac:spMkLst>
            <pc:docMk/>
            <pc:sldMk cId="949077770" sldId="256"/>
            <ac:spMk id="3" creationId="{510651AA-5F60-4B6E-8386-AEA67C018DF4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F455426-7F0E-4091-A990-766066D42423}" type="datetimeFigureOut">
              <a:rPr lang="en-GB" smtClean="0"/>
              <a:t>02/06/2026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0DD8A8F-62A0-49C6-9306-9D6AE0A0EF4B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7139664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DD8A8F-62A0-49C6-9306-9D6AE0A0EF4B}" type="slidenum">
              <a:rPr lang="en-GB" smtClean="0"/>
              <a:t>3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3406964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GB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0DD8A8F-62A0-49C6-9306-9D6AE0A0EF4B}" type="slidenum">
              <a:rPr lang="en-GB" smtClean="0"/>
              <a:t>5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5315108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CAAC4-8D12-47CF-BE43-7EB46A4D594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39AEBC-7606-4ADC-B5B0-6A3BC80A2FC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50DAEE-C80D-4F35-B786-91FB7CA480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0031A-68D5-4011-8E83-FCC06B8D021C}" type="datetime8">
              <a:rPr lang="en-BE" smtClean="0"/>
              <a:t>02/06/2026 08:29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D2E275-2AB5-4A66-A8E8-90F9ABC8D5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AA5F36-6144-4864-8555-3C920AD71E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767014" y="6356350"/>
            <a:ext cx="2743200" cy="365125"/>
          </a:xfrm>
        </p:spPr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25182732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9F112998-751E-E4E6-4B54-4A0C3C863DC8}"/>
              </a:ext>
            </a:extLst>
          </p:cNvPr>
          <p:cNvSpPr/>
          <p:nvPr userDrawn="1"/>
        </p:nvSpPr>
        <p:spPr>
          <a:xfrm>
            <a:off x="745957" y="1041233"/>
            <a:ext cx="10720137" cy="5227220"/>
          </a:xfrm>
          <a:prstGeom prst="rect">
            <a:avLst/>
          </a:prstGeom>
          <a:noFill/>
          <a:ln w="57150" cap="flat">
            <a:solidFill>
              <a:schemeClr val="bg1">
                <a:lumMod val="75000"/>
              </a:schemeClr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BA5D02F-5039-D397-D7AD-0A480A661340}"/>
              </a:ext>
            </a:extLst>
          </p:cNvPr>
          <p:cNvSpPr/>
          <p:nvPr userDrawn="1"/>
        </p:nvSpPr>
        <p:spPr>
          <a:xfrm>
            <a:off x="0" y="1412539"/>
            <a:ext cx="12192000" cy="4506997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9FC962EF-9BB7-9BF2-CB55-4BBD1203AC3A}"/>
              </a:ext>
            </a:extLst>
          </p:cNvPr>
          <p:cNvSpPr/>
          <p:nvPr userDrawn="1"/>
        </p:nvSpPr>
        <p:spPr>
          <a:xfrm rot="5400000">
            <a:off x="2770855" y="-1660934"/>
            <a:ext cx="6721473" cy="10043362"/>
          </a:xfrm>
          <a:prstGeom prst="rect">
            <a:avLst/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B551CC-2784-471A-819A-0BB647B6B1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25906" y="136525"/>
            <a:ext cx="10740188" cy="904708"/>
          </a:xfrm>
        </p:spPr>
        <p:txBody>
          <a:bodyPr lIns="0" rIns="0"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BF8D80-3B7B-4F28-AEFD-D834AEBCC6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lIns="0" rIns="0"/>
          <a:lstStyle>
            <a:lvl1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1pPr>
            <a:lvl2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2pPr>
            <a:lvl3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3pPr>
            <a:lvl4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4pPr>
            <a:lvl5pPr>
              <a:defRPr>
                <a:solidFill>
                  <a:schemeClr val="tx1">
                    <a:lumMod val="95000"/>
                    <a:lumOff val="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D83DB3-E76E-4DCC-A934-DE6FC57628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25906" y="6356350"/>
            <a:ext cx="1692442" cy="365125"/>
          </a:xfrm>
        </p:spPr>
        <p:txBody>
          <a:bodyPr/>
          <a:lstStyle>
            <a:lvl1pPr algn="l">
              <a:defRPr/>
            </a:lvl1pPr>
          </a:lstStyle>
          <a:p>
            <a:pPr algn="l"/>
            <a:r>
              <a:rPr lang="en-BE" dirty="0"/>
              <a:t>Alex Stukalovs 2GD11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25E50E5-487F-4F26-B329-FF396CB20D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15135" y="6356350"/>
            <a:ext cx="2743200" cy="365125"/>
          </a:xfrm>
        </p:spPr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38258343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4B2E1F-FBE7-4F65-94C7-B636380FEB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18C9729-7ECE-4365-98F3-8DFF780FEB5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AFA8B8C-4C53-4B4C-BD2C-864D0D7B33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B3BB89-4A32-4E16-8DD8-DA4C51B68E75}" type="datetime8">
              <a:rPr lang="en-BE" smtClean="0"/>
              <a:t>02/06/2026 07:07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D7CEA2-7CAF-4851-A38B-618DD216F07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ABB7E0B-5EA5-473D-BF56-D86D080A70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7667619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B9935E0-152D-4AF7-BD87-955474D088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689FBD-9AF6-494E-A906-31E047899D3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09ECF5-FC69-44A2-865A-BF59EEA41D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  <a:lvl2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2pPr>
            <a:lvl3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3pPr>
            <a:lvl4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4pPr>
            <a:lvl5pPr>
              <a:defRPr>
                <a:solidFill>
                  <a:schemeClr val="tx1">
                    <a:lumMod val="85000"/>
                    <a:lumOff val="15000"/>
                  </a:schemeClr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7F44A24-6932-4F11-BD5E-0F51DF2B1E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7BE249-C79F-456B-9B5F-DEA04BC23E69}" type="datetime8">
              <a:rPr lang="en-BE" smtClean="0"/>
              <a:t>02/06/2026 07:07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DBA03F3-39FB-4D6C-8751-A7EDF6009A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3E43C9F-1845-44AD-86AA-8D2EC39EB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1224976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1E56D3-AB15-4310-A6DA-FCCC1300916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2F4F9E5-544E-408F-9A5B-5A9D043BB01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464E7D5-72F6-463A-BA78-97C231B7371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520D308-9D2F-4E2B-98E8-42F65039F8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9D9437-C09B-4818-B72A-8E54A3BA326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3395E20-1927-449F-8CA5-4628C2F5A1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D464F9-3449-4260-9D1E-F75FFBDD846D}" type="datetime8">
              <a:rPr lang="en-BE" smtClean="0"/>
              <a:t>02/06/2026 07:07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288AC43-B655-428D-AE3D-DB74BBB15E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5E8EE6-694D-461F-AE93-765F8A3E36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25733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74436E-1F26-4110-83C7-943D2F4253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318F822-E6C7-462B-97CD-78D3D4DF09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3D39BB-CFBA-4CED-AAE6-4DC33EA72CF3}" type="datetime8">
              <a:rPr lang="en-BE" smtClean="0"/>
              <a:t>02/06/2026 07:07</a:t>
            </a:fld>
            <a:endParaRPr lang="en-B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E2244D-E53E-43D0-A4F2-9C9D674BBE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203CDC-F7C2-4A6E-A008-CEB3A6D584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32756679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3B3D8CF-1BB0-4BB5-A3C3-69A22ECD5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6DD061-C50F-4AC6-A61C-C29A81624EF8}" type="datetime8">
              <a:rPr lang="en-BE" smtClean="0"/>
              <a:t>02/06/2026 07:07</a:t>
            </a:fld>
            <a:endParaRPr lang="en-B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FFAB160-C248-403F-AD25-158A965BEF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8F1B489-7B94-4B54-B3AF-E8AF8FD50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93806874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D3942C-8A0D-4781-A8F3-57B3EE3CD9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0FE01E5-1D61-43C7-B6CD-7037DCB14F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A3A444E-E01C-4A28-83F1-E48254F6BE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88AD5B-93CF-4725-B418-C1ADE03F36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F9A8ECE-97C8-4A2A-BA89-8A2077247CD9}" type="datetime8">
              <a:rPr lang="en-BE" smtClean="0"/>
              <a:t>02/06/2026 07:07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DC9DC45-0596-4AB3-91ED-EC8B0A889B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BB3885-5DD4-4DA8-B5F5-40745170FE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223037984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0299836-3F3C-4E2F-9190-DEB510EE63A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EB6E0E5-A1D5-4606-A4EC-5A8116A487A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B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D841ED8-FBEC-48EB-B5A6-F5032E1018E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65DA45B-1955-45CA-80B0-66008EC0F9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0B0B20B-3CC1-4B66-AAEA-EE7E942AACD2}" type="datetime8">
              <a:rPr lang="en-BE" smtClean="0"/>
              <a:t>02/06/2026 07:07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23C90FA-53E2-41CE-BD63-ECA490D3EB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08A9B8D-2082-4BE4-BCE5-07F8F93344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18778602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2318EC-44E3-4FD6-AF24-AC5021AFC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D538C05-3BE4-4F1F-A85F-EBF60F029F1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86A43FC-668F-4A16-B33A-A1704CA88B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1E2A9C-5A2D-49E6-A632-A613E1AB032A}" type="datetime8">
              <a:rPr lang="en-BE" smtClean="0"/>
              <a:t>02/06/2026 07:07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84EA9D-B745-4822-9D4F-8E34B4550A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11FCBD-2F9B-4E40-B993-5543BC625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9155455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3262F4C-847A-45E8-89DF-86FADD929C1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B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4B5F776-752A-4772-8F18-20F7169A319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B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DA0D1A1-5C8E-4021-A99C-3556DF8A3F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5F9154F-2929-4CE2-A299-D38D0C80235A}" type="datetime8">
              <a:rPr lang="en-BE" smtClean="0"/>
              <a:t>02/06/2026 07:07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2E59EE-6B67-4900-9B15-8052B4D98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CC593B4-0982-4C28-9583-53F588B945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‹#›</a:t>
            </a:fld>
            <a:endParaRPr lang="en-BE"/>
          </a:p>
        </p:txBody>
      </p:sp>
    </p:spTree>
    <p:extLst>
      <p:ext uri="{BB962C8B-B14F-4D97-AF65-F5344CB8AC3E}">
        <p14:creationId xmlns:p14="http://schemas.microsoft.com/office/powerpoint/2010/main" val="40954481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8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A389769-7B4A-4C8C-94A2-1CE676F46A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  <a:endParaRPr lang="en-B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26073D-45AC-4934-9FAA-61975D5C06C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en-BE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B875320-EECE-4069-9EC1-5688F7A8873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  <a:latin typeface="Archivo Black" panose="020B0A03020202020B04" pitchFamily="34" charset="0"/>
              </a:defRPr>
            </a:lvl1pPr>
          </a:lstStyle>
          <a:p>
            <a:fld id="{80BFA3BC-9ABE-4B76-80E2-8205B46635EC}" type="datetime8">
              <a:rPr lang="en-BE" smtClean="0"/>
              <a:t>02/06/2026 07:07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7E6D776-80A5-466B-B9A0-F462DF91CA9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  <a:latin typeface="Archivo Black" panose="020B0A03020202020B04" pitchFamily="34" charset="0"/>
              </a:defRPr>
            </a:lvl1pPr>
          </a:lstStyle>
          <a:p>
            <a:r>
              <a:rPr lang="en-BE"/>
              <a:t>Alex Stukalovs 2GD11 2026</a:t>
            </a:r>
            <a:endParaRPr lang="en-BE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E80D87A-C974-47EE-BF90-816BF0B07FE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791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  <a:latin typeface="Archivo Black" panose="020B0A03020202020B04" pitchFamily="34" charset="0"/>
              </a:defRPr>
            </a:lvl1pPr>
          </a:lstStyle>
          <a:p>
            <a:fld id="{F15161DE-E191-4798-91BE-355EA90292A5}" type="slidenum">
              <a:rPr lang="en-BE" smtClean="0"/>
              <a:pPr/>
              <a:t>‹#›</a:t>
            </a:fld>
            <a:endParaRPr lang="en-BE" dirty="0"/>
          </a:p>
        </p:txBody>
      </p:sp>
    </p:spTree>
    <p:extLst>
      <p:ext uri="{BB962C8B-B14F-4D97-AF65-F5344CB8AC3E}">
        <p14:creationId xmlns:p14="http://schemas.microsoft.com/office/powerpoint/2010/main" val="41881782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Archivo Black" panose="020B0A03020202020B04" pitchFamily="34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Archivo Black" panose="020B0A03020202020B04" pitchFamily="34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Archivo Black" panose="020B0A03020202020B04" pitchFamily="34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Archivo Black" panose="020B0A03020202020B04" pitchFamily="34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chivo Black" panose="020B0A03020202020B04" pitchFamily="34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Archivo Black" panose="020B0A03020202020B04" pitchFamily="34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B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985F04-C22A-42D7-B131-70E81FD946E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889208"/>
            <a:ext cx="12191999" cy="1079584"/>
          </a:xfrm>
        </p:spPr>
        <p:txBody>
          <a:bodyPr>
            <a:noAutofit/>
          </a:bodyPr>
          <a:lstStyle/>
          <a:p>
            <a:r>
              <a:rPr lang="en-US" sz="6400" dirty="0">
                <a:latin typeface="Archivo Black" panose="020B0A03020202020B04" pitchFamily="34" charset="0"/>
              </a:rPr>
              <a:t>GPP Exam: Zombie AI</a:t>
            </a:r>
            <a:endParaRPr lang="en-BE" sz="6400" dirty="0">
              <a:latin typeface="Archivo Black" panose="020B0A03020202020B04" pitchFamily="34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D9CB808-9375-A266-B3E2-256F6B4841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827168" y="6384089"/>
            <a:ext cx="2743200" cy="365125"/>
          </a:xfrm>
        </p:spPr>
        <p:txBody>
          <a:bodyPr/>
          <a:lstStyle/>
          <a:p>
            <a:fld id="{F15161DE-E191-4798-91BE-355EA90292A5}" type="slidenum">
              <a:rPr lang="en-BE" smtClean="0"/>
              <a:t>1</a:t>
            </a:fld>
            <a:endParaRPr lang="en-BE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C2A9931-B982-D032-BD47-9E62B5B009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 dirty="0"/>
              <a:t>Alex Stukalovs 2GD11 2026</a:t>
            </a:r>
          </a:p>
        </p:txBody>
      </p:sp>
    </p:spTree>
    <p:extLst>
      <p:ext uri="{BB962C8B-B14F-4D97-AF65-F5344CB8AC3E}">
        <p14:creationId xmlns:p14="http://schemas.microsoft.com/office/powerpoint/2010/main" val="9490777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</a:t>
            </a:r>
            <a:endParaRPr lang="en-BE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DB5C188-F1DA-1E77-7A28-5C951D2E9D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2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C451FB-C23E-6B03-57BB-FD2F0B21FD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77BB6EDF-E82F-FEFD-4058-EDCBC03326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8200" y="1690688"/>
            <a:ext cx="10515599" cy="3795712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</p:spTree>
    <p:extLst>
      <p:ext uri="{BB962C8B-B14F-4D97-AF65-F5344CB8AC3E}">
        <p14:creationId xmlns:p14="http://schemas.microsoft.com/office/powerpoint/2010/main" val="11143095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>
            <a:extLst>
              <a:ext uri="{FF2B5EF4-FFF2-40B4-BE49-F238E27FC236}">
                <a16:creationId xmlns:a16="http://schemas.microsoft.com/office/drawing/2014/main" id="{8256B1BC-1359-F0F9-4DAD-DEB31C452815}"/>
              </a:ext>
            </a:extLst>
          </p:cNvPr>
          <p:cNvSpPr/>
          <p:nvPr/>
        </p:nvSpPr>
        <p:spPr>
          <a:xfrm>
            <a:off x="4352805" y="1516999"/>
            <a:ext cx="3399007" cy="4206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handling</a:t>
            </a:r>
            <a:endParaRPr lang="en-B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BCD9FBE-4FDC-9740-6EC6-E1CF63F56FBF}"/>
              </a:ext>
            </a:extLst>
          </p:cNvPr>
          <p:cNvSpPr txBox="1">
            <a:spLocks/>
          </p:cNvSpPr>
          <p:nvPr/>
        </p:nvSpPr>
        <p:spPr>
          <a:xfrm>
            <a:off x="8034965" y="5827417"/>
            <a:ext cx="3032291" cy="528931"/>
          </a:xfrm>
          <a:prstGeom prst="rect">
            <a:avLst/>
          </a:prstGeom>
        </p:spPr>
        <p:txBody>
          <a:bodyPr vert="horz" lIns="91440" tIns="45720" rIns="91440" bIns="45720" rtlCol="0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Archivo Black" panose="020B0A03020202020B04" pitchFamily="34" charset="0"/>
              </a:rPr>
              <a:t>Looting while fleeing </a:t>
            </a:r>
            <a:endParaRPr lang="en-BE" sz="2000" dirty="0">
              <a:latin typeface="Archivo Black" panose="020B0A03020202020B04" pitchFamily="34" charset="0"/>
            </a:endParaRP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62D5972F-8CF6-E982-CAEE-6AAEC50DCEB2}"/>
              </a:ext>
            </a:extLst>
          </p:cNvPr>
          <p:cNvSpPr txBox="1">
            <a:spLocks/>
          </p:cNvSpPr>
          <p:nvPr/>
        </p:nvSpPr>
        <p:spPr>
          <a:xfrm>
            <a:off x="1217275" y="5796732"/>
            <a:ext cx="2883569" cy="56109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BE" dirty="0">
                <a:latin typeface="Archivo Black" panose="020B0A03020202020B04" pitchFamily="34" charset="0"/>
              </a:rPr>
              <a:t>Weapon selection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492F121C-AD42-8EEF-C8A4-7A0B238B0AB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3798" y="1516999"/>
            <a:ext cx="3399007" cy="4206967"/>
          </a:xfrm>
          <a:prstGeom prst="rect">
            <a:avLst/>
          </a:prstGeom>
          <a:ln>
            <a:noFill/>
          </a:ln>
          <a:effectLst>
            <a:softEdge rad="112500"/>
          </a:effectLst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16E2CFF3-7A6D-E25C-C5F9-C3471440C9D4}"/>
              </a:ext>
            </a:extLst>
          </p:cNvPr>
          <p:cNvSpPr txBox="1">
            <a:spLocks/>
          </p:cNvSpPr>
          <p:nvPr/>
        </p:nvSpPr>
        <p:spPr>
          <a:xfrm>
            <a:off x="4303334" y="5847926"/>
            <a:ext cx="3647576" cy="56109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BE" dirty="0">
                <a:latin typeface="Archivo Black" panose="020B0A03020202020B04" pitchFamily="34" charset="0"/>
              </a:rPr>
              <a:t>Enemy too close -&gt; flee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2B1E2627-7C3E-8319-A57C-D775ED94C3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3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620D40C-DA36-5424-0270-F7A70C4067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4EE9CFE4-C70F-C56E-6509-A2E57795F064}"/>
              </a:ext>
            </a:extLst>
          </p:cNvPr>
          <p:cNvSpPr/>
          <p:nvPr/>
        </p:nvSpPr>
        <p:spPr>
          <a:xfrm>
            <a:off x="7751812" y="1516998"/>
            <a:ext cx="3381636" cy="4206966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275309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Inventory</a:t>
            </a:r>
            <a:endParaRPr lang="en-B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1FB98AE9-F2CD-A23E-8E33-54DF4995B450}"/>
              </a:ext>
            </a:extLst>
          </p:cNvPr>
          <p:cNvSpPr txBox="1">
            <a:spLocks/>
          </p:cNvSpPr>
          <p:nvPr/>
        </p:nvSpPr>
        <p:spPr>
          <a:xfrm>
            <a:off x="1098550" y="3441700"/>
            <a:ext cx="9605211" cy="1703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BE" dirty="0">
              <a:latin typeface="Archivo Black" panose="020B0A03020202020B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5E67BF0-AF06-85A5-ED43-7FAF0B4C1E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4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4E1005-9424-9B2F-5E61-36DA776D358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518BC4-3D51-2188-6FD9-C500B39A305F}"/>
              </a:ext>
            </a:extLst>
          </p:cNvPr>
          <p:cNvSpPr txBox="1"/>
          <p:nvPr/>
        </p:nvSpPr>
        <p:spPr>
          <a:xfrm>
            <a:off x="1328039" y="3238580"/>
            <a:ext cx="4057735" cy="4001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GB" sz="2000" dirty="0">
                <a:latin typeface="Archivo Black" panose="020B0A03020202020B04" pitchFamily="34" charset="0"/>
              </a:rPr>
              <a:t>Priorities: guns, meds, food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62E5838-985D-4A92-50F4-B420AF93206F}"/>
              </a:ext>
            </a:extLst>
          </p:cNvPr>
          <p:cNvSpPr txBox="1"/>
          <p:nvPr/>
        </p:nvSpPr>
        <p:spPr>
          <a:xfrm>
            <a:off x="6925195" y="3237204"/>
            <a:ext cx="4291264" cy="4001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GB" sz="2000" dirty="0">
                <a:latin typeface="Archivo Black" panose="020B0A03020202020B04" pitchFamily="34" charset="0"/>
              </a:rPr>
              <a:t>Using item whenever needed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58F73DF2-71A5-A48D-2BEC-F74723D6D8D2}"/>
              </a:ext>
            </a:extLst>
          </p:cNvPr>
          <p:cNvSpPr txBox="1"/>
          <p:nvPr/>
        </p:nvSpPr>
        <p:spPr>
          <a:xfrm>
            <a:off x="1328038" y="5727851"/>
            <a:ext cx="4029195" cy="4001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GB" sz="2000" dirty="0">
                <a:latin typeface="Archivo Black" panose="020B0A03020202020B04" pitchFamily="34" charset="0"/>
              </a:rPr>
              <a:t>Throwing away if value is 0</a:t>
            </a:r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C71246B3-B8EF-81AC-53E6-189BE84D3DF5}"/>
              </a:ext>
            </a:extLst>
          </p:cNvPr>
          <p:cNvSpPr/>
          <p:nvPr/>
        </p:nvSpPr>
        <p:spPr>
          <a:xfrm>
            <a:off x="1328039" y="1237014"/>
            <a:ext cx="4029195" cy="1989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49013ECF-80CB-6BF6-36E9-47AE6392DE2A}"/>
              </a:ext>
            </a:extLst>
          </p:cNvPr>
          <p:cNvSpPr/>
          <p:nvPr/>
        </p:nvSpPr>
        <p:spPr>
          <a:xfrm>
            <a:off x="1358895" y="3752789"/>
            <a:ext cx="4029195" cy="1989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C5947C6-2326-57EB-8896-42D790DD35C2}"/>
              </a:ext>
            </a:extLst>
          </p:cNvPr>
          <p:cNvSpPr/>
          <p:nvPr/>
        </p:nvSpPr>
        <p:spPr>
          <a:xfrm>
            <a:off x="6925196" y="1239978"/>
            <a:ext cx="4029195" cy="1989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1B611713-2680-C54C-5ACC-6F03045E363B}"/>
              </a:ext>
            </a:extLst>
          </p:cNvPr>
          <p:cNvCxnSpPr>
            <a:cxnSpLocks/>
          </p:cNvCxnSpPr>
          <p:nvPr/>
        </p:nvCxnSpPr>
        <p:spPr>
          <a:xfrm>
            <a:off x="6096000" y="1232124"/>
            <a:ext cx="0" cy="4906606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4865E747-8F7B-ADCD-EB8A-FD82447BAF7C}"/>
              </a:ext>
            </a:extLst>
          </p:cNvPr>
          <p:cNvSpPr txBox="1"/>
          <p:nvPr/>
        </p:nvSpPr>
        <p:spPr>
          <a:xfrm>
            <a:off x="6925195" y="5755214"/>
            <a:ext cx="4263188" cy="4001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GB" sz="2000" dirty="0">
                <a:latin typeface="Archivo Black" panose="020B0A03020202020B04" pitchFamily="34" charset="0"/>
              </a:rPr>
              <a:t>Thro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7946E5A9-0579-CE91-9315-0366731250CD}"/>
              </a:ext>
            </a:extLst>
          </p:cNvPr>
          <p:cNvSpPr/>
          <p:nvPr/>
        </p:nvSpPr>
        <p:spPr>
          <a:xfrm>
            <a:off x="6925195" y="3756932"/>
            <a:ext cx="4029195" cy="1989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049984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91821D05-C2CA-FC52-E4E9-3D13D40256F8}"/>
              </a:ext>
            </a:extLst>
          </p:cNvPr>
          <p:cNvSpPr txBox="1">
            <a:spLocks/>
          </p:cNvSpPr>
          <p:nvPr/>
        </p:nvSpPr>
        <p:spPr>
          <a:xfrm>
            <a:off x="6654211" y="5329708"/>
            <a:ext cx="3746499" cy="752739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GB" sz="2000" dirty="0">
                <a:latin typeface="Archivo Black" panose="020B0A03020202020B04" pitchFamily="34" charset="0"/>
              </a:rPr>
              <a:t>Blended steering</a:t>
            </a:r>
            <a:br>
              <a:rPr lang="en-GB" sz="2000" dirty="0">
                <a:latin typeface="Archivo Black" panose="020B0A03020202020B04" pitchFamily="34" charset="0"/>
              </a:rPr>
            </a:br>
            <a:r>
              <a:rPr lang="en-GB" sz="2000" dirty="0">
                <a:latin typeface="Archivo Black" panose="020B0A03020202020B04" pitchFamily="34" charset="0"/>
              </a:rPr>
              <a:t>Flee = Seek + Wander</a:t>
            </a:r>
            <a:endParaRPr lang="en-BE" sz="2000" dirty="0">
              <a:latin typeface="Archivo Black" panose="020B0A03020202020B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6B05AF-D9D4-9F41-0766-5F75CC45E3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5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0BDD008-717A-F5AE-8E5C-C42003BB56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grpSp>
        <p:nvGrpSpPr>
          <p:cNvPr id="18" name="Group 17">
            <a:extLst>
              <a:ext uri="{FF2B5EF4-FFF2-40B4-BE49-F238E27FC236}">
                <a16:creationId xmlns:a16="http://schemas.microsoft.com/office/drawing/2014/main" id="{ED5D35BE-6067-5D49-B48B-768C5EDA0918}"/>
              </a:ext>
            </a:extLst>
          </p:cNvPr>
          <p:cNvGrpSpPr/>
          <p:nvPr/>
        </p:nvGrpSpPr>
        <p:grpSpPr>
          <a:xfrm>
            <a:off x="1231818" y="1197093"/>
            <a:ext cx="3611479" cy="923330"/>
            <a:chOff x="1030705" y="1236862"/>
            <a:chExt cx="3611479" cy="923330"/>
          </a:xfrm>
        </p:grpSpPr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7712F080-DED9-DC2E-21B5-0C04E771F776}"/>
                </a:ext>
              </a:extLst>
            </p:cNvPr>
            <p:cNvSpPr txBox="1"/>
            <p:nvPr/>
          </p:nvSpPr>
          <p:spPr>
            <a:xfrm>
              <a:off x="1030705" y="1236862"/>
              <a:ext cx="3611479" cy="923330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r>
                <a:rPr lang="en-GB" dirty="0">
                  <a:latin typeface="Archivo Black" panose="020B0A03020202020B04" pitchFamily="34" charset="0"/>
                </a:rPr>
                <a:t>Steering </a:t>
              </a:r>
              <a:r>
                <a:rPr lang="en-GB" dirty="0" err="1">
                  <a:latin typeface="Archivo Black" panose="020B0A03020202020B04" pitchFamily="34" charset="0"/>
                </a:rPr>
                <a:t>behavior</a:t>
              </a:r>
              <a:r>
                <a:rPr lang="en-GB" dirty="0">
                  <a:latin typeface="Archivo Black" panose="020B0A03020202020B04" pitchFamily="34" charset="0"/>
                </a:rPr>
                <a:t> types: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Archivo Black" panose="020B0A03020202020B04" pitchFamily="34" charset="0"/>
                </a:rPr>
                <a:t>Idle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Archivo Black" panose="020B0A03020202020B04" pitchFamily="34" charset="0"/>
                </a:rPr>
                <a:t>Seek</a:t>
              </a:r>
            </a:p>
          </p:txBody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2EE3E4D0-6C5C-014C-070E-F9BD0DA165F1}"/>
                </a:ext>
              </a:extLst>
            </p:cNvPr>
            <p:cNvSpPr txBox="1"/>
            <p:nvPr/>
          </p:nvSpPr>
          <p:spPr>
            <a:xfrm>
              <a:off x="2418348" y="1513861"/>
              <a:ext cx="1982203" cy="646331"/>
            </a:xfrm>
            <a:prstGeom prst="rect">
              <a:avLst/>
            </a:prstGeom>
            <a:noFill/>
          </p:spPr>
          <p:txBody>
            <a:bodyPr wrap="square" lIns="0" rIns="0">
              <a:spAutoFit/>
            </a:bodyPr>
            <a:lstStyle/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Archivo Black" panose="020B0A03020202020B04" pitchFamily="34" charset="0"/>
                </a:rPr>
                <a:t>Flee</a:t>
              </a:r>
            </a:p>
            <a:p>
              <a:pPr marL="285750" indent="-285750">
                <a:buFont typeface="Arial" panose="020B0604020202020204" pitchFamily="34" charset="0"/>
                <a:buChar char="•"/>
              </a:pPr>
              <a:r>
                <a:rPr lang="en-GB" dirty="0">
                  <a:latin typeface="Archivo Black" panose="020B0A03020202020B04" pitchFamily="34" charset="0"/>
                </a:rPr>
                <a:t>Wander</a:t>
              </a:r>
            </a:p>
          </p:txBody>
        </p:sp>
      </p:grpSp>
      <p:sp>
        <p:nvSpPr>
          <p:cNvPr id="19" name="Rectangle 18">
            <a:extLst>
              <a:ext uri="{FF2B5EF4-FFF2-40B4-BE49-F238E27FC236}">
                <a16:creationId xmlns:a16="http://schemas.microsoft.com/office/drawing/2014/main" id="{998EFB04-E7F2-036D-897E-9838E7C22DE5}"/>
              </a:ext>
            </a:extLst>
          </p:cNvPr>
          <p:cNvSpPr/>
          <p:nvPr/>
        </p:nvSpPr>
        <p:spPr>
          <a:xfrm rot="5400000">
            <a:off x="1374216" y="2039190"/>
            <a:ext cx="3900860" cy="4185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0F397A33-D30E-CA50-51CE-401013DCF15E}"/>
              </a:ext>
            </a:extLst>
          </p:cNvPr>
          <p:cNvSpPr/>
          <p:nvPr/>
        </p:nvSpPr>
        <p:spPr>
          <a:xfrm rot="5400000">
            <a:off x="6796608" y="1172739"/>
            <a:ext cx="3900860" cy="4185653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1" name="Straight Connector 20">
            <a:extLst>
              <a:ext uri="{FF2B5EF4-FFF2-40B4-BE49-F238E27FC236}">
                <a16:creationId xmlns:a16="http://schemas.microsoft.com/office/drawing/2014/main" id="{A0931146-ACAD-A8D4-249C-AC24989A9B87}"/>
              </a:ext>
            </a:extLst>
          </p:cNvPr>
          <p:cNvCxnSpPr>
            <a:cxnSpLocks/>
          </p:cNvCxnSpPr>
          <p:nvPr/>
        </p:nvCxnSpPr>
        <p:spPr>
          <a:xfrm>
            <a:off x="6096000" y="1232124"/>
            <a:ext cx="0" cy="4906606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677628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6BB071-C63E-40D3-93C6-9F99F27862F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007727A-E88F-ED83-E48E-920D91A6D5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6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B7DC0D-BE99-08AD-ABF3-F0286F5650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51797B-19D6-B7EA-D83B-D7A2AE6DFC58}"/>
              </a:ext>
            </a:extLst>
          </p:cNvPr>
          <p:cNvSpPr txBox="1"/>
          <p:nvPr/>
        </p:nvSpPr>
        <p:spPr>
          <a:xfrm>
            <a:off x="6822237" y="5746474"/>
            <a:ext cx="426318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Archivo Black" panose="020B0A03020202020B04" pitchFamily="34" charset="0"/>
              </a:rPr>
              <a:t>Remembering items to loot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607E33EF-5616-6AC9-F95E-12F2A813B742}"/>
              </a:ext>
            </a:extLst>
          </p:cNvPr>
          <p:cNvSpPr/>
          <p:nvPr/>
        </p:nvSpPr>
        <p:spPr>
          <a:xfrm>
            <a:off x="6925195" y="3756932"/>
            <a:ext cx="4029195" cy="1989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2ADBCA5A-EE72-955E-1916-9364A06A51CE}"/>
              </a:ext>
            </a:extLst>
          </p:cNvPr>
          <p:cNvSpPr txBox="1"/>
          <p:nvPr/>
        </p:nvSpPr>
        <p:spPr>
          <a:xfrm>
            <a:off x="1299499" y="3225377"/>
            <a:ext cx="40577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Archivo Black" panose="020B0A03020202020B04" pitchFamily="34" charset="0"/>
              </a:rPr>
              <a:t>Entering houses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5BBF45D-E1DA-1882-EB17-8016AEA4C6A6}"/>
              </a:ext>
            </a:extLst>
          </p:cNvPr>
          <p:cNvSpPr txBox="1"/>
          <p:nvPr/>
        </p:nvSpPr>
        <p:spPr>
          <a:xfrm>
            <a:off x="6822237" y="3228341"/>
            <a:ext cx="429126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000" dirty="0">
                <a:latin typeface="Archivo Black" panose="020B0A03020202020B04" pitchFamily="34" charset="0"/>
              </a:rPr>
              <a:t>Remembering visited houses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A98D82F2-BB9D-83D6-24A2-97F8830F4A03}"/>
              </a:ext>
            </a:extLst>
          </p:cNvPr>
          <p:cNvSpPr txBox="1"/>
          <p:nvPr/>
        </p:nvSpPr>
        <p:spPr>
          <a:xfrm>
            <a:off x="1358894" y="5728041"/>
            <a:ext cx="4132153" cy="400110"/>
          </a:xfrm>
          <a:prstGeom prst="rect">
            <a:avLst/>
          </a:prstGeom>
          <a:noFill/>
        </p:spPr>
        <p:txBody>
          <a:bodyPr wrap="square" lIns="0" rIns="0">
            <a:spAutoFit/>
          </a:bodyPr>
          <a:lstStyle/>
          <a:p>
            <a:r>
              <a:rPr lang="en-GB" sz="2000" dirty="0">
                <a:latin typeface="Archivo Black" panose="020B0A03020202020B04" pitchFamily="34" charset="0"/>
              </a:rPr>
              <a:t>Remembering houses to visit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36EC240B-690F-8647-B105-2B60C0565C2A}"/>
              </a:ext>
            </a:extLst>
          </p:cNvPr>
          <p:cNvSpPr/>
          <p:nvPr/>
        </p:nvSpPr>
        <p:spPr>
          <a:xfrm>
            <a:off x="1328039" y="1237014"/>
            <a:ext cx="4029195" cy="1989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3CA4638B-1916-1510-0ABC-32EBDD5F7B1B}"/>
              </a:ext>
            </a:extLst>
          </p:cNvPr>
          <p:cNvSpPr/>
          <p:nvPr/>
        </p:nvSpPr>
        <p:spPr>
          <a:xfrm>
            <a:off x="1358895" y="3752789"/>
            <a:ext cx="4029195" cy="1989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84346D72-E39B-A39F-CA73-CBB48CCD3153}"/>
              </a:ext>
            </a:extLst>
          </p:cNvPr>
          <p:cNvSpPr/>
          <p:nvPr/>
        </p:nvSpPr>
        <p:spPr>
          <a:xfrm>
            <a:off x="6925196" y="1239978"/>
            <a:ext cx="4029195" cy="1989542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cxnSp>
        <p:nvCxnSpPr>
          <p:cNvPr id="25" name="Straight Connector 24">
            <a:extLst>
              <a:ext uri="{FF2B5EF4-FFF2-40B4-BE49-F238E27FC236}">
                <a16:creationId xmlns:a16="http://schemas.microsoft.com/office/drawing/2014/main" id="{D3AF7D17-7E30-854D-8F8F-7A51AE3FFB8F}"/>
              </a:ext>
            </a:extLst>
          </p:cNvPr>
          <p:cNvCxnSpPr>
            <a:cxnSpLocks/>
          </p:cNvCxnSpPr>
          <p:nvPr/>
        </p:nvCxnSpPr>
        <p:spPr>
          <a:xfrm>
            <a:off x="6096000" y="1232124"/>
            <a:ext cx="0" cy="4906606"/>
          </a:xfrm>
          <a:prstGeom prst="line">
            <a:avLst/>
          </a:prstGeom>
          <a:ln w="19050" cap="flat" cmpd="sng" algn="ctr">
            <a:solidFill>
              <a:schemeClr val="accent3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65214246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F04631F-82DE-9226-2EBC-61DABBB3A6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1CD644-53E0-DE80-9C23-23F407A5680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/>
              <a:t>GPP Exam: Zombie AI</a:t>
            </a:r>
            <a:endParaRPr lang="en-B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2A1B7E-5C04-A8D5-C31C-5D4B312E6454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i="1" dirty="0"/>
              <a:t>Alex Stukalovs 2GD11</a:t>
            </a:r>
            <a:endParaRPr lang="en-BE" i="1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F269387-2813-0E75-87EB-C75AD65F4A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8610600" y="6356350"/>
            <a:ext cx="2743200" cy="365125"/>
          </a:xfrm>
        </p:spPr>
        <p:txBody>
          <a:bodyPr/>
          <a:lstStyle/>
          <a:p>
            <a:fld id="{F15161DE-E191-4798-91BE-355EA90292A5}" type="slidenum">
              <a:rPr lang="en-BE" smtClean="0"/>
              <a:t>7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9631958-FF47-C3B0-99B5-1856BC242F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</p:spTree>
    <p:extLst>
      <p:ext uri="{BB962C8B-B14F-4D97-AF65-F5344CB8AC3E}">
        <p14:creationId xmlns:p14="http://schemas.microsoft.com/office/powerpoint/2010/main" val="297725096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F0D6AF-156A-B20A-2064-AEA3EBD7CD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1B3EA1-4102-5473-2DAB-ED1B0B3CCE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Decision Making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4599C9-1E4A-2C8A-4DAA-D094796A5D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Visualization of your decision making structure (readable!)</a:t>
            </a:r>
          </a:p>
          <a:p>
            <a:pPr lvl="1"/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Tip: use miro.com!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C8150C4-C637-89C8-46CD-599A259B28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8</a:t>
            </a:fld>
            <a:endParaRPr lang="en-B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8FBE569-B19B-768B-8B3E-A6803718913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</p:spTree>
    <p:extLst>
      <p:ext uri="{BB962C8B-B14F-4D97-AF65-F5344CB8AC3E}">
        <p14:creationId xmlns:p14="http://schemas.microsoft.com/office/powerpoint/2010/main" val="206230382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0209D2C-0D4E-604A-1A69-A2D7D47B54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9FAC6-4499-61C2-897E-A43BBAF584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Enemy handling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34648A-70E0-093E-571F-555997E4F48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deal with enemies (aiming, shooting, item usage, avoidance, hiding, usage of sprint, …)?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  <a:endParaRPr lang="en-B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DB512F4-492C-A2C2-323A-545C11962023}"/>
              </a:ext>
            </a:extLst>
          </p:cNvPr>
          <p:cNvSpPr txBox="1">
            <a:spLocks/>
          </p:cNvSpPr>
          <p:nvPr/>
        </p:nvSpPr>
        <p:spPr>
          <a:xfrm>
            <a:off x="4553953" y="3758698"/>
            <a:ext cx="6505074" cy="1703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rchivo Black" panose="020B0A03020202020B04" pitchFamily="34" charset="0"/>
              </a:rPr>
              <a:t>Enemy too close -&gt; flee</a:t>
            </a:r>
          </a:p>
          <a:p>
            <a:r>
              <a:rPr lang="en-GB" dirty="0">
                <a:latin typeface="Archivo Black" panose="020B0A03020202020B04" pitchFamily="34" charset="0"/>
              </a:rPr>
              <a:t>Still looting items</a:t>
            </a:r>
            <a:endParaRPr lang="en-BE" dirty="0">
              <a:latin typeface="Archivo Black" panose="020B0A03020202020B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2F1E9CE-72AE-CFDD-38B4-4A56A8E464B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5037" y="1690688"/>
            <a:ext cx="3509210" cy="4343366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8ADD81F0-0823-219F-5F96-9BC057229AA9}"/>
              </a:ext>
            </a:extLst>
          </p:cNvPr>
          <p:cNvSpPr txBox="1">
            <a:spLocks/>
          </p:cNvSpPr>
          <p:nvPr/>
        </p:nvSpPr>
        <p:spPr>
          <a:xfrm>
            <a:off x="770020" y="6101265"/>
            <a:ext cx="2883569" cy="561097"/>
          </a:xfrm>
          <a:prstGeom prst="rect">
            <a:avLst/>
          </a:prstGeom>
        </p:spPr>
        <p:txBody>
          <a:bodyPr vert="horz" lIns="91440" tIns="45720" rIns="91440" bIns="45720" rtlCol="0">
            <a:normAutofit fontScale="700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r>
              <a:rPr lang="en-BE" dirty="0">
                <a:latin typeface="Archivo Black" panose="020B0A03020202020B04" pitchFamily="34" charset="0"/>
              </a:rPr>
              <a:t>Weapon selection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23DED6-83B9-BE41-1BDC-325DF155C5A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9</a:t>
            </a:fld>
            <a:endParaRPr lang="en-B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C6B7875-3B42-93D6-5655-B803673DCD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</p:spTree>
    <p:extLst>
      <p:ext uri="{BB962C8B-B14F-4D97-AF65-F5344CB8AC3E}">
        <p14:creationId xmlns:p14="http://schemas.microsoft.com/office/powerpoint/2010/main" val="359116356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D2B1B4-FFA8-324C-9153-FCAC31C07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2E4716-CB2F-D6B3-DFC7-99252A93B5D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Inventory</a:t>
            </a:r>
            <a:endParaRPr lang="en-B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7198B-A9F0-D21A-339E-7DE50B428C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manage the inventory (inventory organization, item usage, picking up and remembering items,…)? 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endParaRPr lang="en-B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4D5EF53B-09CF-905D-3812-C2B6EB622230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9605211" cy="1703638"/>
          </a:xfrm>
          <a:prstGeom prst="rect">
            <a:avLst/>
          </a:prstGeom>
        </p:spPr>
        <p:txBody>
          <a:bodyPr vert="horz" lIns="91440" tIns="45720" rIns="91440" bIns="45720" rtlCol="0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rchivo Black" panose="020B0A03020202020B04" pitchFamily="34" charset="0"/>
              </a:rPr>
              <a:t>Prioritizing guns, then med kits, then food</a:t>
            </a:r>
          </a:p>
          <a:p>
            <a:r>
              <a:rPr lang="en-GB" dirty="0">
                <a:latin typeface="Archivo Black" panose="020B0A03020202020B04" pitchFamily="34" charset="0"/>
              </a:rPr>
              <a:t>Picking up, trying to use first and then store. Garbage gets destroyed</a:t>
            </a:r>
          </a:p>
          <a:p>
            <a:r>
              <a:rPr lang="en-GB" dirty="0">
                <a:latin typeface="Archivo Black" panose="020B0A03020202020B04" pitchFamily="34" charset="0"/>
              </a:rPr>
              <a:t>Any moment make full use of an item, use it</a:t>
            </a:r>
          </a:p>
          <a:p>
            <a:r>
              <a:rPr lang="en-GB" dirty="0">
                <a:latin typeface="Archivo Black" panose="020B0A03020202020B04" pitchFamily="34" charset="0"/>
              </a:rPr>
              <a:t>Remembering visited houses</a:t>
            </a:r>
            <a:endParaRPr lang="en-BE" dirty="0">
              <a:latin typeface="Archivo Black" panose="020B0A03020202020B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6A5CDBA-F2D7-6DA0-0D94-79DFA2B6D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10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107C51-4CD8-5ADB-396B-35FF67EF1A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</p:spTree>
    <p:extLst>
      <p:ext uri="{BB962C8B-B14F-4D97-AF65-F5344CB8AC3E}">
        <p14:creationId xmlns:p14="http://schemas.microsoft.com/office/powerpoint/2010/main" val="352279779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567C078-9A97-31A2-F86C-44B45577F9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89BD0E-F938-6FC6-80F9-A6D2606F23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- Steering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E033C0F-1C42-1B2D-9F43-9FC4E8166D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many steering behaviors does it use? Does it use blended steering?</a:t>
            </a:r>
            <a:endParaRPr lang="en-BE" i="1" dirty="0">
              <a:solidFill>
                <a:schemeClr val="bg1">
                  <a:lumMod val="75000"/>
                </a:schemeClr>
              </a:solidFill>
            </a:endParaRP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BD7D2E05-719E-C24D-620B-02B677F9C210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9605211" cy="1703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rchivo Black" panose="020B0A03020202020B04" pitchFamily="34" charset="0"/>
              </a:rPr>
              <a:t>Yes, steering</a:t>
            </a:r>
          </a:p>
          <a:p>
            <a:r>
              <a:rPr lang="en-GB" dirty="0">
                <a:latin typeface="Archivo Black" panose="020B0A03020202020B04" pitchFamily="34" charset="0"/>
              </a:rPr>
              <a:t>Buh, blended steering, </a:t>
            </a:r>
            <a:r>
              <a:rPr lang="en-GB" dirty="0" err="1">
                <a:latin typeface="Archivo Black" panose="020B0A03020202020B04" pitchFamily="34" charset="0"/>
              </a:rPr>
              <a:t>okaay</a:t>
            </a:r>
            <a:endParaRPr lang="en-BE" dirty="0">
              <a:latin typeface="Archivo Black" panose="020B0A03020202020B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BD7E45F-7146-1BA1-BA41-1D6AA49AEC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11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5D3DA00-9B16-33A3-4156-5FB71FA893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</p:spTree>
    <p:extLst>
      <p:ext uri="{BB962C8B-B14F-4D97-AF65-F5344CB8AC3E}">
        <p14:creationId xmlns:p14="http://schemas.microsoft.com/office/powerpoint/2010/main" val="140595275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4F87343-B6C0-3431-3300-D93700600A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42CFEA-ADA6-653D-C08E-1DA4851C40F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Movement </a:t>
            </a:r>
            <a:r>
              <a:rPr lang="en-US"/>
              <a:t>- Exploration</a:t>
            </a:r>
            <a:endParaRPr lang="en-BE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6AF835-34B6-B010-4FF1-49640CEB27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How does your agent explore the world ( how does it traverse the world, when and why does it visit houses, does it have a memory?)?</a:t>
            </a:r>
          </a:p>
          <a:p>
            <a:r>
              <a:rPr lang="en-US" i="1" dirty="0">
                <a:solidFill>
                  <a:schemeClr val="bg1">
                    <a:lumMod val="75000"/>
                  </a:schemeClr>
                </a:solidFill>
              </a:rPr>
              <a:t>USE IMAGES/GIFS</a:t>
            </a:r>
          </a:p>
          <a:p>
            <a:pPr marL="0" indent="0">
              <a:buNone/>
            </a:pPr>
            <a:endParaRPr lang="en-BE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2AA05748-B6A1-BC62-84F4-C645CA0FEA77}"/>
              </a:ext>
            </a:extLst>
          </p:cNvPr>
          <p:cNvSpPr txBox="1">
            <a:spLocks/>
          </p:cNvSpPr>
          <p:nvPr/>
        </p:nvSpPr>
        <p:spPr>
          <a:xfrm>
            <a:off x="838200" y="3429000"/>
            <a:ext cx="9605211" cy="17036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GB" dirty="0">
                <a:latin typeface="Archivo Black" panose="020B0A03020202020B04" pitchFamily="34" charset="0"/>
              </a:rPr>
              <a:t>d</a:t>
            </a:r>
            <a:endParaRPr lang="en-BE" dirty="0">
              <a:latin typeface="Archivo Black" panose="020B0A03020202020B04" pitchFamily="34" charset="0"/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465122F-8B3E-9AC6-B5F9-F9FD789D24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15161DE-E191-4798-91BE-355EA90292A5}" type="slidenum">
              <a:rPr lang="en-BE" smtClean="0"/>
              <a:t>12</a:t>
            </a:fld>
            <a:endParaRPr lang="en-B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634F13F-E24D-4EF0-B065-1DB7034D1B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BE"/>
              <a:t>Alex Stukalovs 2GD11 2026</a:t>
            </a:r>
          </a:p>
        </p:txBody>
      </p:sp>
    </p:spTree>
    <p:extLst>
      <p:ext uri="{BB962C8B-B14F-4D97-AF65-F5344CB8AC3E}">
        <p14:creationId xmlns:p14="http://schemas.microsoft.com/office/powerpoint/2010/main" val="30336442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IconOverlay xmlns="http://schemas.microsoft.com/sharepoint/v4" xsi:nil="true"/>
    <TaxCatchAll xmlns="128482ec-0431-40d5-ab26-89ea2a4f3ccd" xsi:nil="true"/>
    <m99485b88215436a82099f8287cba0b0 xmlns="128482ec-0431-40d5-ab26-89ea2a4f3ccd">
      <Terms xmlns="http://schemas.microsoft.com/office/infopath/2007/PartnerControls"/>
    </m99485b88215436a82099f8287cba0b0>
    <lcf76f155ced4ddcb4097134ff3c332f xmlns="60eb0cf4-ae2a-4762-800a-cb593b869ecb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23942CCEB3A674D8F1F6472CCEFB38E" ma:contentTypeVersion="11" ma:contentTypeDescription="Create a new document." ma:contentTypeScope="" ma:versionID="e4de40d148e029d40e3aaddc8bf68a5e">
  <xsd:schema xmlns:xsd="http://www.w3.org/2001/XMLSchema" xmlns:xs="http://www.w3.org/2001/XMLSchema" xmlns:p="http://schemas.microsoft.com/office/2006/metadata/properties" xmlns:ns2="128482ec-0431-40d5-ab26-89ea2a4f3ccd" xmlns:ns3="60eb0cf4-ae2a-4762-800a-cb593b869ecb" xmlns:ns4="http://schemas.microsoft.com/sharepoint/v4" xmlns:ns5="a2e691a9-fcfc-4d85-a390-1894fe98bd9e" targetNamespace="http://schemas.microsoft.com/office/2006/metadata/properties" ma:root="true" ma:fieldsID="fce8e8bd091658f3fe51b22d57dec109" ns2:_="" ns3:_="" ns4:_="" ns5:_="">
    <xsd:import namespace="128482ec-0431-40d5-ab26-89ea2a4f3ccd"/>
    <xsd:import namespace="60eb0cf4-ae2a-4762-800a-cb593b869ecb"/>
    <xsd:import namespace="http://schemas.microsoft.com/sharepoint/v4"/>
    <xsd:import namespace="a2e691a9-fcfc-4d85-a390-1894fe98bd9e"/>
    <xsd:element name="properties">
      <xsd:complexType>
        <xsd:sequence>
          <xsd:element name="documentManagement">
            <xsd:complexType>
              <xsd:all>
                <xsd:element ref="ns2:m99485b88215436a82099f8287cba0b0" minOccurs="0"/>
                <xsd:element ref="ns2:TaxCatchAll" minOccurs="0"/>
                <xsd:element ref="ns3:MediaServiceMetadata" minOccurs="0"/>
                <xsd:element ref="ns3:MediaServiceFastMetadata" minOccurs="0"/>
                <xsd:element ref="ns3:MediaServiceDateTaken" minOccurs="0"/>
                <xsd:element ref="ns3:MediaServiceAutoTags" minOccurs="0"/>
                <xsd:element ref="ns3:MediaServiceOCR" minOccurs="0"/>
                <xsd:element ref="ns3:MediaServiceLocation" minOccurs="0"/>
                <xsd:element ref="ns4:IconOverlay" minOccurs="0"/>
                <xsd:element ref="ns5:SharedWithUsers" minOccurs="0"/>
                <xsd:element ref="ns5:SharedWithDetails" minOccurs="0"/>
                <xsd:element ref="ns3:MediaServiceGenerationTime" minOccurs="0"/>
                <xsd:element ref="ns3:MediaServiceEventHashCode" minOccurs="0"/>
                <xsd:element ref="ns3:MediaServiceAutoKeyPoints" minOccurs="0"/>
                <xsd:element ref="ns3:MediaServiceKeyPoints" minOccurs="0"/>
                <xsd:element ref="ns3:MediaLengthInSeconds" minOccurs="0"/>
                <xsd:element ref="ns3:lcf76f155ced4ddcb4097134ff3c332f" minOccurs="0"/>
                <xsd:element ref="ns3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28482ec-0431-40d5-ab26-89ea2a4f3ccd" elementFormDefault="qualified">
    <xsd:import namespace="http://schemas.microsoft.com/office/2006/documentManagement/types"/>
    <xsd:import namespace="http://schemas.microsoft.com/office/infopath/2007/PartnerControls"/>
    <xsd:element name="m99485b88215436a82099f8287cba0b0" ma:index="9" nillable="true" ma:taxonomy="true" ma:internalName="m99485b88215436a82099f8287cba0b0" ma:taxonomyFieldName="Kernteam" ma:displayName="Kernteam" ma:default="" ma:fieldId="{699485b8-8215-436a-8209-9f8287cba0b0}" ma:taxonomyMulti="true" ma:sspId="9d9af33d-1c7e-4655-8224-df3a670842a4" ma:termSetId="f2199854-b90f-4d12-b5f9-723340d5e437" ma:anchorId="00000000-0000-0000-0000-000000000000" ma:open="false" ma:isKeyword="false">
      <xsd:complexType>
        <xsd:sequence>
          <xsd:element ref="pc:Terms" minOccurs="0" maxOccurs="1"/>
        </xsd:sequence>
      </xsd:complexType>
    </xsd:element>
    <xsd:element name="TaxCatchAll" ma:index="10" nillable="true" ma:displayName="Taxonomy Catch All Column" ma:hidden="true" ma:list="{26a5f98c-5cc8-4015-9754-f7f59d70125b}" ma:internalName="TaxCatchAll" ma:showField="CatchAllData" ma:web="128482ec-0431-40d5-ab26-89ea2a4f3ccd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0eb0cf4-ae2a-4762-800a-cb593b869ecb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4" nillable="true" ma:displayName="MediaServiceAutoTags" ma:internalName="MediaServiceAutoTags" ma:readOnly="true">
      <xsd:simpleType>
        <xsd:restriction base="dms:Text"/>
      </xsd:simpleType>
    </xsd:element>
    <xsd:element name="MediaServiceOCR" ma:index="15" nillable="true" ma:displayName="MediaServiceOCR" ma:internalName="MediaServiceOCR" ma:readOnly="true">
      <xsd:simpleType>
        <xsd:restriction base="dms:Note">
          <xsd:maxLength value="255"/>
        </xsd:restriction>
      </xsd:simpleType>
    </xsd:element>
    <xsd:element name="MediaServiceLocation" ma:index="16" nillable="true" ma:displayName="MediaServiceLocation" ma:internalName="MediaServiceLocation" ma:readOnly="true">
      <xsd:simpleType>
        <xsd:restriction base="dms:Text"/>
      </xsd:simpleType>
    </xsd:element>
    <xsd:element name="MediaServiceGenerationTime" ma:index="20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21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AutoKeyPoints" ma:index="22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23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LengthInSeconds" ma:index="24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6" nillable="true" ma:taxonomy="true" ma:internalName="lcf76f155ced4ddcb4097134ff3c332f" ma:taxonomyFieldName="MediaServiceImageTags" ma:displayName="Image Tags" ma:readOnly="false" ma:fieldId="{5cf76f15-5ced-4ddc-b409-7134ff3c332f}" ma:taxonomyMulti="true" ma:sspId="9d9af33d-1c7e-4655-8224-df3a670842a4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7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4" elementFormDefault="qualified">
    <xsd:import namespace="http://schemas.microsoft.com/office/2006/documentManagement/types"/>
    <xsd:import namespace="http://schemas.microsoft.com/office/infopath/2007/PartnerControls"/>
    <xsd:element name="IconOverlay" ma:index="17" nillable="true" ma:displayName="IconOverlay" ma:hidden="true" ma:internalName="IconOverlay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2e691a9-fcfc-4d85-a390-1894fe98bd9e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Gedeeld met" ma:SearchPeopleOnly="false" ma:SharePointGroup="0" ma:internalName="SharedWithUsers" ma:readOnly="true" ma:showField="ImnNam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Gedeeld met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F8EC6D1-CB19-4400-AD0A-0C75CD884AEA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B743389A-7EE0-4951-8919-E91DD69E3687}">
  <ds:schemaRefs>
    <ds:schemaRef ds:uri="128482ec-0431-40d5-ab26-89ea2a4f3ccd"/>
    <ds:schemaRef ds:uri="http://schemas.microsoft.com/office/2006/metadata/properties"/>
    <ds:schemaRef ds:uri="http://schemas.microsoft.com/office/infopath/2007/PartnerControls"/>
    <ds:schemaRef ds:uri="http://schemas.microsoft.com/sharepoint/v4"/>
    <ds:schemaRef ds:uri="60eb0cf4-ae2a-4762-800a-cb593b869ecb"/>
  </ds:schemaRefs>
</ds:datastoreItem>
</file>

<file path=customXml/itemProps3.xml><?xml version="1.0" encoding="utf-8"?>
<ds:datastoreItem xmlns:ds="http://schemas.openxmlformats.org/officeDocument/2006/customXml" ds:itemID="{D7B8C5DE-3345-4025-A942-C5AA68E55545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28482ec-0431-40d5-ab26-89ea2a4f3ccd"/>
    <ds:schemaRef ds:uri="60eb0cf4-ae2a-4762-800a-cb593b869ecb"/>
    <ds:schemaRef ds:uri="http://schemas.microsoft.com/sharepoint/v4"/>
    <ds:schemaRef ds:uri="a2e691a9-fcfc-4d85-a390-1894fe98bd9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394</TotalTime>
  <Words>322</Words>
  <Application>Microsoft Office PowerPoint</Application>
  <PresentationFormat>Widescreen</PresentationFormat>
  <Paragraphs>74</Paragraphs>
  <Slides>12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6" baseType="lpstr">
      <vt:lpstr>Aptos</vt:lpstr>
      <vt:lpstr>Archivo Black</vt:lpstr>
      <vt:lpstr>Arial</vt:lpstr>
      <vt:lpstr>Office Theme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  <vt:lpstr>GPP Exam: Zombie AI</vt:lpstr>
      <vt:lpstr>Decision Making</vt:lpstr>
      <vt:lpstr>Enemy handling</vt:lpstr>
      <vt:lpstr>Inventory</vt:lpstr>
      <vt:lpstr>Movement - Steering</vt:lpstr>
      <vt:lpstr>Movement - Exploration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GPP Exam: Zombie AI</dc:title>
  <dc:creator>Vandaele Yosha</dc:creator>
  <cp:lastModifiedBy>Alex STUKALOVS</cp:lastModifiedBy>
  <cp:revision>26</cp:revision>
  <dcterms:created xsi:type="dcterms:W3CDTF">2021-12-17T12:45:32Z</dcterms:created>
  <dcterms:modified xsi:type="dcterms:W3CDTF">2026-06-02T07:23:06Z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0x010100723942CCEB3A674D8F1F6472CCEFB38E</vt:lpwstr>
  </property>
  <property fmtid="{D5CDD505-2E9C-101B-9397-08002B2CF9AE}" pid="3" name="Kernteam">
    <vt:lpwstr/>
  </property>
  <property fmtid="{D5CDD505-2E9C-101B-9397-08002B2CF9AE}" pid="4" name="MediaServiceImageTags">
    <vt:lpwstr/>
  </property>
</Properties>
</file>